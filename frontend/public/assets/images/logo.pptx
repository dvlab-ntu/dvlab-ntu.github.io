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C5F3"/>
    <a:srgbClr val="6DC9F3"/>
    <a:srgbClr val="0D90F4"/>
    <a:srgbClr val="797979"/>
    <a:srgbClr val="8E8E8E"/>
    <a:srgbClr val="1F5C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6"/>
    <p:restoredTop sz="94679"/>
  </p:normalViewPr>
  <p:slideViewPr>
    <p:cSldViewPr snapToGrid="0">
      <p:cViewPr>
        <p:scale>
          <a:sx n="286" d="100"/>
          <a:sy n="286" d="100"/>
        </p:scale>
        <p:origin x="-768" y="-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108A9-5EF3-6442-AE94-EF73F3CB2170}" type="datetimeFigureOut">
              <a:rPr lang="en-TW" smtClean="0"/>
              <a:t>2022/8/4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9A0C7-6956-8546-A7AE-F6D459C3D4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9372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9A0C7-6956-8546-A7AE-F6D459C3D490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23979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D3A6-DC6E-EB3B-5CA7-C221BF4F8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ACDBB-9624-7E52-716C-E45E0ACCE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C7F0-6844-3AE0-08F9-73F63C85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C0687-BCCE-F9DB-AC30-68638C2D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FBE4C-3D39-4AC9-84A7-21CAF203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4744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F0DC-20E7-D2C0-8C73-80B9748CC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049D-C32B-E6C3-2DC8-2F13A515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DAB0B-12CF-849A-CBE3-707DD619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4D396-7082-0DB2-50E4-9A01212F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FFD0C-1742-A751-B1E2-535B1B90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9869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DF6E-BF07-E323-7E2C-B39904DB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FA20F-0E28-BD0A-57C7-F9425A5C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55F03-B74B-D7BD-C9EC-EFD93184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5DC30-4A14-941D-886A-DB997FA2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4957C-1A60-20EF-1CE9-6790F125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6552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87A7-7F28-0CC3-3F41-AA0B4F02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B5E69-4CD1-767F-EE92-B07D9C1C2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C2820-691E-01AD-AF13-1BA9905FC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5BE1A-DFB9-A77E-15A5-0C0C8980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5C6A1-5E77-57DD-362E-AF91E8FD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28819-BCDA-358C-6363-84DE512E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9012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E971-C072-13D6-D7FF-D4D3B4C3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0A854-97D2-24E0-D498-59F0B978C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7117C-B0D1-8320-3EB0-01C673805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6A575-7006-D253-0D25-21C0FB90D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666DD8-8807-3518-C415-DDAB32C2A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A803E-F861-3346-257D-4E09F2EA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F30A0-A0C0-567E-F040-BDC21700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FD213-8BBE-B972-FA4A-105491F7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7568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7336-8A33-26BF-E610-D66D61F7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D992C-8578-D1E8-F5F3-1B77699F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8585A-EF7B-53D5-C201-F410C2CC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981CE-3E1B-06F0-E03D-0703DDD7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4638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201190-CC16-8A2D-2BD3-F6537E6E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2959D-87E8-B836-8C46-CBFC26B0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8589D-610C-19FF-C5F9-6BB933927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5678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C1A9-D2E6-CC2F-003E-6DFF964D7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AC7C4-9C95-64D4-90CB-2CB13098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C8F79-DC36-FBB5-81AD-2D5A4370E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7E11F-556E-8DBF-47B9-DC182D3F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98A5A-3249-E738-FCA7-D50BE150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04C4F-CFEC-66C8-613D-0A6BE0B2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8691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1B80-57CF-ABD1-E460-55315519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B9295-094D-2648-1A0C-66165275E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161F4-5A36-9B52-8067-1B4FFC4A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8DD2F-FD06-9E9D-F01F-7FD939D6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F9A83-6821-5964-9395-093034B9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434FD-5733-5240-C819-0B53F686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2832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3E91-E5B5-5CD9-089B-5BD9C8CD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852AD-D653-1FC9-5AE9-B903ACA17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F1658-7751-B6C2-A860-C697A37B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5F61C-AF85-1CBD-7EBB-B3C84302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FF5B-C22A-E9CC-8C2B-DB28D0A7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64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8813B-D9CC-5BDC-4E2F-4650D527F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DF0C0-DA60-75E3-71ED-1D6CEA2AA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F671-6387-A9F2-BCD0-FF3C43C3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CF4B9-4C95-88BD-EC42-A236DA28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4AA7-6A99-4926-4426-6718665E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1423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7879A-4A49-DA98-30E0-32CEB52A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77DBD-C9BE-4F02-C84F-6F3CD9F3E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E3C74-E5DD-A782-1328-3D7078742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EF072-5D59-A247-9EA2-EA1E13BDAE96}" type="datetimeFigureOut">
              <a:rPr lang="en-TW" smtClean="0"/>
              <a:t>2022/8/3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150B-7610-BC64-797A-6A561EF88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D3CA-93DB-80B0-0B62-81A3DC541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A23BA-4AB7-8543-84E4-DD7D3292D35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3770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BDEC36-C4DF-FA7C-A63A-D9F2B8A091EB}"/>
              </a:ext>
            </a:extLst>
          </p:cNvPr>
          <p:cNvSpPr txBox="1"/>
          <p:nvPr/>
        </p:nvSpPr>
        <p:spPr>
          <a:xfrm>
            <a:off x="4023620" y="1089061"/>
            <a:ext cx="2502608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287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lang="en-TW" sz="28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A3696-BF34-BD62-A2D7-05CBF577BABD}"/>
              </a:ext>
            </a:extLst>
          </p:cNvPr>
          <p:cNvSpPr txBox="1"/>
          <p:nvPr/>
        </p:nvSpPr>
        <p:spPr>
          <a:xfrm>
            <a:off x="6758683" y="1047964"/>
            <a:ext cx="2502608" cy="450892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TW" sz="287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5E6D9-DF7C-1D11-1BD9-8C9C68FFD26A}"/>
              </a:ext>
            </a:extLst>
          </p:cNvPr>
          <p:cNvSpPr txBox="1"/>
          <p:nvPr/>
        </p:nvSpPr>
        <p:spPr>
          <a:xfrm>
            <a:off x="3791164" y="1047964"/>
            <a:ext cx="5229317" cy="450892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TW" sz="287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DV</a:t>
            </a:r>
          </a:p>
        </p:txBody>
      </p:sp>
    </p:spTree>
    <p:extLst>
      <p:ext uri="{BB962C8B-B14F-4D97-AF65-F5344CB8AC3E}">
        <p14:creationId xmlns:p14="http://schemas.microsoft.com/office/powerpoint/2010/main" val="358842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65858D-888F-6913-4AAF-4D97467B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80" y="512956"/>
            <a:ext cx="6996027" cy="520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1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E46EC92-5956-A8EB-3936-98D826D7FDD3}"/>
              </a:ext>
            </a:extLst>
          </p:cNvPr>
          <p:cNvGrpSpPr/>
          <p:nvPr/>
        </p:nvGrpSpPr>
        <p:grpSpPr>
          <a:xfrm>
            <a:off x="2432810" y="1159239"/>
            <a:ext cx="3346900" cy="3356372"/>
            <a:chOff x="2432810" y="1159239"/>
            <a:chExt cx="3346900" cy="335637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0AE898-5595-E8E0-2F13-210B4CA62FD3}"/>
                </a:ext>
              </a:extLst>
            </p:cNvPr>
            <p:cNvSpPr/>
            <p:nvPr/>
          </p:nvSpPr>
          <p:spPr>
            <a:xfrm>
              <a:off x="2610057" y="1339120"/>
              <a:ext cx="2991267" cy="2986387"/>
            </a:xfrm>
            <a:prstGeom prst="rect">
              <a:avLst/>
            </a:prstGeom>
            <a:solidFill>
              <a:srgbClr val="1F5C93"/>
            </a:solidFill>
            <a:ln w="76200">
              <a:solidFill>
                <a:srgbClr val="8E8E8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22D4805-2074-D20E-078C-809F939D4D62}"/>
                </a:ext>
              </a:extLst>
            </p:cNvPr>
            <p:cNvGrpSpPr/>
            <p:nvPr/>
          </p:nvGrpSpPr>
          <p:grpSpPr>
            <a:xfrm>
              <a:off x="2432810" y="1159239"/>
              <a:ext cx="3346900" cy="3356372"/>
              <a:chOff x="2429485" y="1159239"/>
              <a:chExt cx="3346900" cy="335637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6E2BBF4-C7B7-5D6C-3C03-FB77F7138161}"/>
                  </a:ext>
                </a:extLst>
              </p:cNvPr>
              <p:cNvGrpSpPr/>
              <p:nvPr/>
            </p:nvGrpSpPr>
            <p:grpSpPr>
              <a:xfrm>
                <a:off x="2733207" y="1159239"/>
                <a:ext cx="2733963" cy="134912"/>
                <a:chOff x="2733207" y="1159239"/>
                <a:chExt cx="2733963" cy="134912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B7892A1-FECA-2DF7-1A59-507DF107417A}"/>
                    </a:ext>
                  </a:extLst>
                </p:cNvPr>
                <p:cNvSpPr/>
                <p:nvPr/>
              </p:nvSpPr>
              <p:spPr>
                <a:xfrm>
                  <a:off x="2733207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99C7A94-11F0-573D-1D63-44C03212B895}"/>
                    </a:ext>
                  </a:extLst>
                </p:cNvPr>
                <p:cNvSpPr/>
                <p:nvPr/>
              </p:nvSpPr>
              <p:spPr>
                <a:xfrm>
                  <a:off x="3061836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B28F466-8065-61AA-36EF-56DD5F487178}"/>
                    </a:ext>
                  </a:extLst>
                </p:cNvPr>
                <p:cNvSpPr/>
                <p:nvPr/>
              </p:nvSpPr>
              <p:spPr>
                <a:xfrm>
                  <a:off x="3390465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0E06A32-2BD9-40F8-D3CC-10FF3394A0D5}"/>
                    </a:ext>
                  </a:extLst>
                </p:cNvPr>
                <p:cNvSpPr/>
                <p:nvPr/>
              </p:nvSpPr>
              <p:spPr>
                <a:xfrm>
                  <a:off x="3719094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BE5BFF12-D41C-133F-B1F6-2F55DB4F77B5}"/>
                    </a:ext>
                  </a:extLst>
                </p:cNvPr>
                <p:cNvSpPr/>
                <p:nvPr/>
              </p:nvSpPr>
              <p:spPr>
                <a:xfrm>
                  <a:off x="4047723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3BBA6E7-9027-A6A7-82E5-30FFE46377CE}"/>
                    </a:ext>
                  </a:extLst>
                </p:cNvPr>
                <p:cNvSpPr/>
                <p:nvPr/>
              </p:nvSpPr>
              <p:spPr>
                <a:xfrm>
                  <a:off x="4376352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D2C7718-4946-A359-99D5-A364CB9F192D}"/>
                    </a:ext>
                  </a:extLst>
                </p:cNvPr>
                <p:cNvSpPr/>
                <p:nvPr/>
              </p:nvSpPr>
              <p:spPr>
                <a:xfrm>
                  <a:off x="4704981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87D496F-E060-6429-A443-E532A8BBEC82}"/>
                    </a:ext>
                  </a:extLst>
                </p:cNvPr>
                <p:cNvSpPr/>
                <p:nvPr/>
              </p:nvSpPr>
              <p:spPr>
                <a:xfrm>
                  <a:off x="5033610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4AA1B9EB-6065-15F6-AF4D-9DF1D1523AA7}"/>
                    </a:ext>
                  </a:extLst>
                </p:cNvPr>
                <p:cNvSpPr/>
                <p:nvPr/>
              </p:nvSpPr>
              <p:spPr>
                <a:xfrm>
                  <a:off x="5362239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959950A-55F4-113A-CBCA-E9CC337BC592}"/>
                  </a:ext>
                </a:extLst>
              </p:cNvPr>
              <p:cNvGrpSpPr/>
              <p:nvPr/>
            </p:nvGrpSpPr>
            <p:grpSpPr>
              <a:xfrm>
                <a:off x="2680741" y="4380699"/>
                <a:ext cx="2733963" cy="134912"/>
                <a:chOff x="2733207" y="1159239"/>
                <a:chExt cx="2733963" cy="134912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86DF354-58EE-EC24-19B5-80B7BB0C0BF9}"/>
                    </a:ext>
                  </a:extLst>
                </p:cNvPr>
                <p:cNvSpPr/>
                <p:nvPr/>
              </p:nvSpPr>
              <p:spPr>
                <a:xfrm>
                  <a:off x="2733207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87F0AA9-0729-F150-34EE-BE95414C203F}"/>
                    </a:ext>
                  </a:extLst>
                </p:cNvPr>
                <p:cNvSpPr/>
                <p:nvPr/>
              </p:nvSpPr>
              <p:spPr>
                <a:xfrm>
                  <a:off x="3061836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23B8562-5FD1-EA71-F193-CB7B74EA4507}"/>
                    </a:ext>
                  </a:extLst>
                </p:cNvPr>
                <p:cNvSpPr/>
                <p:nvPr/>
              </p:nvSpPr>
              <p:spPr>
                <a:xfrm>
                  <a:off x="3390465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2BBF084E-2468-5CA2-9671-B3E59A509FE1}"/>
                    </a:ext>
                  </a:extLst>
                </p:cNvPr>
                <p:cNvSpPr/>
                <p:nvPr/>
              </p:nvSpPr>
              <p:spPr>
                <a:xfrm>
                  <a:off x="3719094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6AD03B8-B7D1-100C-9BA8-7C3CA81B9B1D}"/>
                    </a:ext>
                  </a:extLst>
                </p:cNvPr>
                <p:cNvSpPr/>
                <p:nvPr/>
              </p:nvSpPr>
              <p:spPr>
                <a:xfrm>
                  <a:off x="4047723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1199205-83A8-26DA-387A-F0E03E428CBE}"/>
                    </a:ext>
                  </a:extLst>
                </p:cNvPr>
                <p:cNvSpPr/>
                <p:nvPr/>
              </p:nvSpPr>
              <p:spPr>
                <a:xfrm>
                  <a:off x="4376352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F555AAF-95DE-6522-2CC5-0C861F70AA79}"/>
                    </a:ext>
                  </a:extLst>
                </p:cNvPr>
                <p:cNvSpPr/>
                <p:nvPr/>
              </p:nvSpPr>
              <p:spPr>
                <a:xfrm>
                  <a:off x="4704981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9347D636-3410-0AEC-264D-062916B961A5}"/>
                    </a:ext>
                  </a:extLst>
                </p:cNvPr>
                <p:cNvSpPr/>
                <p:nvPr/>
              </p:nvSpPr>
              <p:spPr>
                <a:xfrm>
                  <a:off x="5033610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80EC7DF-2FEC-92CB-612B-64A26BA17984}"/>
                    </a:ext>
                  </a:extLst>
                </p:cNvPr>
                <p:cNvSpPr/>
                <p:nvPr/>
              </p:nvSpPr>
              <p:spPr>
                <a:xfrm>
                  <a:off x="5362239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DB241FE-3616-49DC-0F27-F11C844BF0D3}"/>
                  </a:ext>
                </a:extLst>
              </p:cNvPr>
              <p:cNvGrpSpPr/>
              <p:nvPr/>
            </p:nvGrpSpPr>
            <p:grpSpPr>
              <a:xfrm rot="5400000">
                <a:off x="1129959" y="2764705"/>
                <a:ext cx="2733963" cy="134912"/>
                <a:chOff x="2733207" y="1159239"/>
                <a:chExt cx="2733963" cy="134912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720AA710-10B7-E044-6DCF-45DD184DDC8F}"/>
                    </a:ext>
                  </a:extLst>
                </p:cNvPr>
                <p:cNvSpPr/>
                <p:nvPr/>
              </p:nvSpPr>
              <p:spPr>
                <a:xfrm>
                  <a:off x="2733207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59D6E7DD-88C3-3F2C-5282-9A5632F2A7AC}"/>
                    </a:ext>
                  </a:extLst>
                </p:cNvPr>
                <p:cNvSpPr/>
                <p:nvPr/>
              </p:nvSpPr>
              <p:spPr>
                <a:xfrm>
                  <a:off x="3061836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E9E3C28B-1C7B-31A5-79CF-8F692507D83A}"/>
                    </a:ext>
                  </a:extLst>
                </p:cNvPr>
                <p:cNvSpPr/>
                <p:nvPr/>
              </p:nvSpPr>
              <p:spPr>
                <a:xfrm>
                  <a:off x="3390465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F2B4020-1CC9-9DDB-6885-ABEB1D4E63FD}"/>
                    </a:ext>
                  </a:extLst>
                </p:cNvPr>
                <p:cNvSpPr/>
                <p:nvPr/>
              </p:nvSpPr>
              <p:spPr>
                <a:xfrm>
                  <a:off x="3719094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5C91750-FFF1-0F8D-5C0F-E2D66D8D21E4}"/>
                    </a:ext>
                  </a:extLst>
                </p:cNvPr>
                <p:cNvSpPr/>
                <p:nvPr/>
              </p:nvSpPr>
              <p:spPr>
                <a:xfrm>
                  <a:off x="4047723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0BEA7F4-924E-F688-0383-A572E831419B}"/>
                    </a:ext>
                  </a:extLst>
                </p:cNvPr>
                <p:cNvSpPr/>
                <p:nvPr/>
              </p:nvSpPr>
              <p:spPr>
                <a:xfrm>
                  <a:off x="4376352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AE4DBDF-3696-326A-BAD3-6D447E2E8B82}"/>
                    </a:ext>
                  </a:extLst>
                </p:cNvPr>
                <p:cNvSpPr/>
                <p:nvPr/>
              </p:nvSpPr>
              <p:spPr>
                <a:xfrm>
                  <a:off x="4704981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49D48E0-F401-B701-CC11-97CEB4452C45}"/>
                    </a:ext>
                  </a:extLst>
                </p:cNvPr>
                <p:cNvSpPr/>
                <p:nvPr/>
              </p:nvSpPr>
              <p:spPr>
                <a:xfrm>
                  <a:off x="5033610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4A71B85-84C2-F797-6EA3-09E6B8ABECE7}"/>
                    </a:ext>
                  </a:extLst>
                </p:cNvPr>
                <p:cNvSpPr/>
                <p:nvPr/>
              </p:nvSpPr>
              <p:spPr>
                <a:xfrm>
                  <a:off x="5362239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9E566D3-170F-AFB1-E62F-9D85A6A1B709}"/>
                  </a:ext>
                </a:extLst>
              </p:cNvPr>
              <p:cNvGrpSpPr/>
              <p:nvPr/>
            </p:nvGrpSpPr>
            <p:grpSpPr>
              <a:xfrm rot="5400000">
                <a:off x="4341947" y="2764705"/>
                <a:ext cx="2733963" cy="134912"/>
                <a:chOff x="2733207" y="1159239"/>
                <a:chExt cx="2733963" cy="134912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420100A-202D-8FD8-7DC4-109C858B8EAE}"/>
                    </a:ext>
                  </a:extLst>
                </p:cNvPr>
                <p:cNvSpPr/>
                <p:nvPr/>
              </p:nvSpPr>
              <p:spPr>
                <a:xfrm>
                  <a:off x="2733207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BD160F9F-3510-AE0D-E00B-51D4416AC92D}"/>
                    </a:ext>
                  </a:extLst>
                </p:cNvPr>
                <p:cNvSpPr/>
                <p:nvPr/>
              </p:nvSpPr>
              <p:spPr>
                <a:xfrm>
                  <a:off x="3061836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7865440-6E18-7D1D-EACE-EF8DE981BC32}"/>
                    </a:ext>
                  </a:extLst>
                </p:cNvPr>
                <p:cNvSpPr/>
                <p:nvPr/>
              </p:nvSpPr>
              <p:spPr>
                <a:xfrm>
                  <a:off x="3390465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AABBC4E-22B9-8D9F-88BE-C0CBA8DE099B}"/>
                    </a:ext>
                  </a:extLst>
                </p:cNvPr>
                <p:cNvSpPr/>
                <p:nvPr/>
              </p:nvSpPr>
              <p:spPr>
                <a:xfrm>
                  <a:off x="3719094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CB765AD-6477-6569-8E64-DD88DB7EC042}"/>
                    </a:ext>
                  </a:extLst>
                </p:cNvPr>
                <p:cNvSpPr/>
                <p:nvPr/>
              </p:nvSpPr>
              <p:spPr>
                <a:xfrm>
                  <a:off x="4047723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F3E9918-8593-509D-4018-CE502A8297E9}"/>
                    </a:ext>
                  </a:extLst>
                </p:cNvPr>
                <p:cNvSpPr/>
                <p:nvPr/>
              </p:nvSpPr>
              <p:spPr>
                <a:xfrm>
                  <a:off x="4376352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F965053-ADF6-4DE0-0984-21E41B7273AE}"/>
                    </a:ext>
                  </a:extLst>
                </p:cNvPr>
                <p:cNvSpPr/>
                <p:nvPr/>
              </p:nvSpPr>
              <p:spPr>
                <a:xfrm>
                  <a:off x="4704981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C9FE9E8-6C03-A3ED-5E13-1FFB2F7A7109}"/>
                    </a:ext>
                  </a:extLst>
                </p:cNvPr>
                <p:cNvSpPr/>
                <p:nvPr/>
              </p:nvSpPr>
              <p:spPr>
                <a:xfrm>
                  <a:off x="5033610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E9F3F80-4718-F915-583E-09833AAF0448}"/>
                    </a:ext>
                  </a:extLst>
                </p:cNvPr>
                <p:cNvSpPr/>
                <p:nvPr/>
              </p:nvSpPr>
              <p:spPr>
                <a:xfrm>
                  <a:off x="5362239" y="1159239"/>
                  <a:ext cx="104931" cy="134912"/>
                </a:xfrm>
                <a:prstGeom prst="rect">
                  <a:avLst/>
                </a:prstGeom>
                <a:solidFill>
                  <a:srgbClr val="79797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W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6927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6DE65491-5B78-16FE-C96C-387C1B40530A}"/>
              </a:ext>
            </a:extLst>
          </p:cNvPr>
          <p:cNvGrpSpPr/>
          <p:nvPr/>
        </p:nvGrpSpPr>
        <p:grpSpPr>
          <a:xfrm>
            <a:off x="1958155" y="697771"/>
            <a:ext cx="2488952" cy="4837990"/>
            <a:chOff x="1967075" y="700296"/>
            <a:chExt cx="2488952" cy="483799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0D5A2C9-7EF0-D814-84C2-3ED64B2B37EA}"/>
                </a:ext>
              </a:extLst>
            </p:cNvPr>
            <p:cNvGrpSpPr/>
            <p:nvPr/>
          </p:nvGrpSpPr>
          <p:grpSpPr>
            <a:xfrm>
              <a:off x="1967075" y="700296"/>
              <a:ext cx="2488952" cy="2703784"/>
              <a:chOff x="1967075" y="700296"/>
              <a:chExt cx="2488952" cy="2703784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327806-CE0A-B27C-C19E-091D44941A68}"/>
                  </a:ext>
                </a:extLst>
              </p:cNvPr>
              <p:cNvSpPr/>
              <p:nvPr/>
            </p:nvSpPr>
            <p:spPr>
              <a:xfrm>
                <a:off x="1967075" y="700296"/>
                <a:ext cx="2488952" cy="2527981"/>
              </a:xfrm>
              <a:prstGeom prst="ellipse">
                <a:avLst/>
              </a:prstGeom>
              <a:noFill/>
              <a:ln w="114300">
                <a:solidFill>
                  <a:srgbClr val="69C5F3">
                    <a:alpha val="89804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W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B127232-4CC4-325D-4ADA-BDD9D81E9852}"/>
                  </a:ext>
                </a:extLst>
              </p:cNvPr>
              <p:cNvSpPr/>
              <p:nvPr/>
            </p:nvSpPr>
            <p:spPr>
              <a:xfrm rot="20614801">
                <a:off x="3510960" y="3226994"/>
                <a:ext cx="233423" cy="177086"/>
              </a:xfrm>
              <a:prstGeom prst="rect">
                <a:avLst/>
              </a:prstGeom>
              <a:solidFill>
                <a:srgbClr val="0D9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W"/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8A6D6B7-45CC-C3BF-9CAA-4D98070744D4}"/>
                </a:ext>
              </a:extLst>
            </p:cNvPr>
            <p:cNvSpPr/>
            <p:nvPr/>
          </p:nvSpPr>
          <p:spPr>
            <a:xfrm rot="20569883">
              <a:off x="3743569" y="3371727"/>
              <a:ext cx="464784" cy="2166559"/>
            </a:xfrm>
            <a:prstGeom prst="rect">
              <a:avLst/>
            </a:prstGeom>
            <a:solidFill>
              <a:srgbClr val="69C5F3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</p:grpSp>
    </p:spTree>
    <p:extLst>
      <p:ext uri="{BB962C8B-B14F-4D97-AF65-F5344CB8AC3E}">
        <p14:creationId xmlns:p14="http://schemas.microsoft.com/office/powerpoint/2010/main" val="260028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8CD7B99B-3AEC-233A-2A1D-AB867E37E556}"/>
              </a:ext>
            </a:extLst>
          </p:cNvPr>
          <p:cNvGrpSpPr/>
          <p:nvPr/>
        </p:nvGrpSpPr>
        <p:grpSpPr>
          <a:xfrm>
            <a:off x="4082322" y="1460640"/>
            <a:ext cx="3492707" cy="2745485"/>
            <a:chOff x="4082322" y="1460640"/>
            <a:chExt cx="3492707" cy="274548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8BA9DC-60BD-CCAC-3B9E-45DF3BC7A6AC}"/>
                </a:ext>
              </a:extLst>
            </p:cNvPr>
            <p:cNvSpPr txBox="1"/>
            <p:nvPr/>
          </p:nvSpPr>
          <p:spPr>
            <a:xfrm>
              <a:off x="4606246" y="1460640"/>
              <a:ext cx="2968783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TW" sz="10000" b="1" kern="0" dirty="0">
                  <a:solidFill>
                    <a:schemeClr val="bg1"/>
                  </a:solidFill>
                  <a:latin typeface="Helvetica" pitchFamily="2" charset="0"/>
                  <a:ea typeface="Apple Symbols" panose="02000000000000000000" pitchFamily="2" charset="-79"/>
                  <a:cs typeface="Apple Symbols" panose="02000000000000000000" pitchFamily="2" charset="-79"/>
                </a:rPr>
                <a:t>NTU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4D38CB-979A-6B21-FF5C-EF6B6681984E}"/>
                </a:ext>
              </a:extLst>
            </p:cNvPr>
            <p:cNvSpPr txBox="1"/>
            <p:nvPr/>
          </p:nvSpPr>
          <p:spPr>
            <a:xfrm>
              <a:off x="4082322" y="2574909"/>
              <a:ext cx="347771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TW" sz="10000" b="1" kern="0" dirty="0">
                  <a:solidFill>
                    <a:schemeClr val="bg1"/>
                  </a:solidFill>
                  <a:latin typeface="Helvetica" pitchFamily="2" charset="0"/>
                  <a:ea typeface="Apple Symbols" panose="02000000000000000000" pitchFamily="2" charset="-79"/>
                  <a:cs typeface="Apple Symbols" panose="02000000000000000000" pitchFamily="2" charset="-79"/>
                </a:rPr>
                <a:t>GIEE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119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43D95D69-118D-655C-1D89-0166F75E8803}"/>
              </a:ext>
            </a:extLst>
          </p:cNvPr>
          <p:cNvGrpSpPr/>
          <p:nvPr/>
        </p:nvGrpSpPr>
        <p:grpSpPr>
          <a:xfrm>
            <a:off x="1343123" y="4662628"/>
            <a:ext cx="6609501" cy="713361"/>
            <a:chOff x="1343123" y="4662628"/>
            <a:chExt cx="6609501" cy="713361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86BDCFE-990E-13AA-1317-1526BA485039}"/>
                </a:ext>
              </a:extLst>
            </p:cNvPr>
            <p:cNvSpPr txBox="1"/>
            <p:nvPr/>
          </p:nvSpPr>
          <p:spPr>
            <a:xfrm>
              <a:off x="6796343" y="4662628"/>
              <a:ext cx="115628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TW" sz="4000" b="1" spc="30" dirty="0">
                  <a:solidFill>
                    <a:schemeClr val="bg1"/>
                  </a:solidFill>
                  <a:latin typeface="Helvetica" pitchFamily="2" charset="0"/>
                  <a:ea typeface="Apple Symbols" panose="02000000000000000000" pitchFamily="2" charset="-79"/>
                  <a:cs typeface="Apple Symbols" panose="02000000000000000000" pitchFamily="2" charset="-79"/>
                </a:rPr>
                <a:t>Lab</a:t>
              </a:r>
              <a:endParaRPr lang="en-TW" sz="4000" spc="30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3750958-6A2A-B903-26D7-E0F8558CF718}"/>
                </a:ext>
              </a:extLst>
            </p:cNvPr>
            <p:cNvSpPr txBox="1"/>
            <p:nvPr/>
          </p:nvSpPr>
          <p:spPr>
            <a:xfrm>
              <a:off x="3434692" y="4668103"/>
              <a:ext cx="331896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TW" sz="4000" b="1" kern="0" dirty="0">
                  <a:solidFill>
                    <a:schemeClr val="bg1"/>
                  </a:solidFill>
                  <a:latin typeface="Helvetica" pitchFamily="2" charset="0"/>
                  <a:ea typeface="Apple Symbols" panose="02000000000000000000" pitchFamily="2" charset="-79"/>
                  <a:cs typeface="Apple Symbols" panose="02000000000000000000" pitchFamily="2" charset="-79"/>
                </a:rPr>
                <a:t>Verification</a:t>
              </a:r>
              <a:endParaRPr lang="en-TW" sz="4000" dirty="0">
                <a:solidFill>
                  <a:schemeClr val="bg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23C12B4-AACB-1577-B2BB-EC5BB0C68169}"/>
                </a:ext>
              </a:extLst>
            </p:cNvPr>
            <p:cNvSpPr txBox="1"/>
            <p:nvPr/>
          </p:nvSpPr>
          <p:spPr>
            <a:xfrm>
              <a:off x="1343123" y="4666038"/>
              <a:ext cx="20564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TW" sz="4000" b="1" kern="0" dirty="0">
                  <a:solidFill>
                    <a:schemeClr val="bg1"/>
                  </a:solidFill>
                  <a:latin typeface="Helvetica" pitchFamily="2" charset="0"/>
                  <a:ea typeface="Apple Symbols" panose="02000000000000000000" pitchFamily="2" charset="-79"/>
                  <a:cs typeface="Apple Symbols" panose="02000000000000000000" pitchFamily="2" charset="-79"/>
                </a:rPr>
                <a:t>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896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9</Words>
  <Application>Microsoft Macintosh PowerPoint</Application>
  <PresentationFormat>Widescreen</PresentationFormat>
  <Paragraphs>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 lu</dc:creator>
  <cp:lastModifiedBy>anita lu</cp:lastModifiedBy>
  <cp:revision>1</cp:revision>
  <dcterms:created xsi:type="dcterms:W3CDTF">2022-08-03T12:01:25Z</dcterms:created>
  <dcterms:modified xsi:type="dcterms:W3CDTF">2022-08-04T09:44:51Z</dcterms:modified>
</cp:coreProperties>
</file>